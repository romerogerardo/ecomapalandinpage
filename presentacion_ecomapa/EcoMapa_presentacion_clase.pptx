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a5876b03d246bd" /><Relationship Type="http://schemas.openxmlformats.org/officeDocument/2006/relationships/extended-properties" Target="/docProps/app.xml" Id="R27d9701a7aa740f9" /><Relationship Type="http://schemas.openxmlformats.org/officeDocument/2006/relationships/officeDocument" Target="/ppt/presentation.xml" Id="Rcad9be6e884d4f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4d2b5d5b8a43e0"/>
  </p:sldMasterIdLst>
  <p:notesMasterIdLst>
    <p:notesMasterId xmlns:r="http://schemas.openxmlformats.org/officeDocument/2006/relationships" r:id="R4c6b9f6ba1784f59"/>
  </p:notesMasterIdLst>
  <p:sldIdLst>
    <p:sldId xmlns:r="http://schemas.openxmlformats.org/officeDocument/2006/relationships" id="256" r:id="Rd8fc6a166abe4452"/>
    <p:sldId xmlns:r="http://schemas.openxmlformats.org/officeDocument/2006/relationships" id="257" r:id="R915b554d028142fd"/>
    <p:sldId xmlns:r="http://schemas.openxmlformats.org/officeDocument/2006/relationships" id="258" r:id="R46fe002b6cdc45ef"/>
    <p:sldId xmlns:r="http://schemas.openxmlformats.org/officeDocument/2006/relationships" id="259" r:id="R866883bfc97b46f4"/>
    <p:sldId xmlns:r="http://schemas.openxmlformats.org/officeDocument/2006/relationships" id="260" r:id="Rab8cebb5fd484658"/>
    <p:sldId xmlns:r="http://schemas.openxmlformats.org/officeDocument/2006/relationships" id="261" r:id="R75e1111331974115"/>
    <p:sldId xmlns:r="http://schemas.openxmlformats.org/officeDocument/2006/relationships" id="262" r:id="Rfcb2ef51ca594d03"/>
    <p:sldId xmlns:r="http://schemas.openxmlformats.org/officeDocument/2006/relationships" id="263" r:id="Ra4e4a557bc1544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64fcc88d7946ca" /><Relationship Type="http://schemas.openxmlformats.org/officeDocument/2006/relationships/slideMaster" Target="/ppt/slideMasters/slideMaster1.xml" Id="R654d2b5d5b8a43e0" /><Relationship Type="http://schemas.openxmlformats.org/officeDocument/2006/relationships/notesMaster" Target="/ppt/notesMasters/notesMaster1.xml" Id="R4c6b9f6ba1784f59" /><Relationship Type="http://schemas.openxmlformats.org/officeDocument/2006/relationships/presProps" Target="/ppt/presProps.xml" Id="R825ac6c444104f3e" /><Relationship Type="http://schemas.openxmlformats.org/officeDocument/2006/relationships/tableStyles" Target="/ppt/tableStyles.xml" Id="R900031abeaab45ea" /><Relationship Type="http://schemas.openxmlformats.org/officeDocument/2006/relationships/slide" Target="/ppt/slides/slide1.xml" Id="Rd8fc6a166abe4452" /><Relationship Type="http://schemas.openxmlformats.org/officeDocument/2006/relationships/slide" Target="/ppt/slides/slide2.xml" Id="R915b554d028142fd" /><Relationship Type="http://schemas.openxmlformats.org/officeDocument/2006/relationships/slide" Target="/ppt/slides/slide3.xml" Id="R46fe002b6cdc45ef" /><Relationship Type="http://schemas.openxmlformats.org/officeDocument/2006/relationships/slide" Target="/ppt/slides/slide4.xml" Id="R866883bfc97b46f4" /><Relationship Type="http://schemas.openxmlformats.org/officeDocument/2006/relationships/slide" Target="/ppt/slides/slide5.xml" Id="Rab8cebb5fd484658" /><Relationship Type="http://schemas.openxmlformats.org/officeDocument/2006/relationships/slide" Target="/ppt/slides/slide6.xml" Id="R75e1111331974115" /><Relationship Type="http://schemas.openxmlformats.org/officeDocument/2006/relationships/slide" Target="/ppt/slides/slide7.xml" Id="Rfcb2ef51ca594d03" /><Relationship Type="http://schemas.openxmlformats.org/officeDocument/2006/relationships/slide" Target="/ppt/slides/slide8.xml" Id="Ra4e4a557bc1544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eeae4c5b8b4b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98f136fd0e421f" /><Relationship Type="http://schemas.openxmlformats.org/officeDocument/2006/relationships/notesMaster" Target="/ppt/notesMasters/notesMaster1.xml" Id="R36f8e007e6fc4f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00aa9c70bc4441" /><Relationship Type="http://schemas.openxmlformats.org/officeDocument/2006/relationships/notesMaster" Target="/ppt/notesMasters/notesMaster1.xml" Id="Rf8dac5f855d345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4ae3f4fab34e0e" /><Relationship Type="http://schemas.openxmlformats.org/officeDocument/2006/relationships/notesMaster" Target="/ppt/notesMasters/notesMaster1.xml" Id="R3db323f4e8794d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72edaec88c4a24" /><Relationship Type="http://schemas.openxmlformats.org/officeDocument/2006/relationships/notesMaster" Target="/ppt/notesMasters/notesMaster1.xml" Id="R50bb781f347842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f603e072dc4992" /><Relationship Type="http://schemas.openxmlformats.org/officeDocument/2006/relationships/notesMaster" Target="/ppt/notesMasters/notesMaster1.xml" Id="R699037eb310b4e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f888221d9a443f" /><Relationship Type="http://schemas.openxmlformats.org/officeDocument/2006/relationships/notesMaster" Target="/ppt/notesMasters/notesMaster1.xml" Id="Re06b7b1d69f04d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042a1607874163" /><Relationship Type="http://schemas.openxmlformats.org/officeDocument/2006/relationships/notesMaster" Target="/ppt/notesMasters/notesMaster1.xml" Id="Rfd5e8a0800534e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d71d42e72748d8" /><Relationship Type="http://schemas.openxmlformats.org/officeDocument/2006/relationships/notesMaster" Target="/ppt/notesMasters/notesMaster1.xml" Id="R726653d6641e4b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Portada. Presentar EcoMapa como una solución tecnológica para facilitar la separación de residuos y conectar ciudadanos con puntos de reciclaje.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Basado en PRD.md y RESUMEN_ECOMAPA.md. Enfatizar que el proyecto resuelve una fricción práctica del ciudadano y también una necesidad de gestión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imagen corresponde al recurso hero existente en el proyecto. Explicar el recorrido de usuario en tres verbos: preguntar, entender y actuar.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Funcionalidades tomadas del PRD y del resumen ejecutivo. No leer todas las descripciones: usar la diapositiva para ordenar la explicación en ciudadanía, operación y alianzas.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basada en RESUMEN_ECOMAPA.md y los diagramas UML. Mencionar que la Edge Function protege la clave de Groq y concentra la lógica de 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flujo retoma el caso de uso documentado en DEMO_SCRIPT.md. Puede usarse como mini demostración oral aunque no se abra la aplicación.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sintetiza el alcance B2C, B2G y B2B descrito en PRD.md. Explicar que el mismo sistema genera valor para quien recicla y para quien organiza la 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sugerido: resumir el valor del proyecto en una frase y abrir el espacio para preguntas.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153945d3846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59962d695b41ae" /><Relationship Type="http://schemas.openxmlformats.org/officeDocument/2006/relationships/slideLayout" Target="/ppt/slideLayouts/slideLayout1.xml" Id="R3c5ef9bb05e3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5ef9bb05e3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af27f39e74f80" /><Relationship Type="http://schemas.openxmlformats.org/officeDocument/2006/relationships/image" Target="/ppt/media/image.jpeg" Id="R659170ff65ee4389" /><Relationship Type="http://schemas.openxmlformats.org/officeDocument/2006/relationships/notesSlide" Target="/ppt/notesSlides/notesSlide1.xml" Id="R59490dd2c76f46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1d6a2d8814c77" /><Relationship Type="http://schemas.openxmlformats.org/officeDocument/2006/relationships/notesSlide" Target="/ppt/notesSlides/notesSlide2.xml" Id="Rcb5d25650ff0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588ff9aae4052" /><Relationship Type="http://schemas.openxmlformats.org/officeDocument/2006/relationships/image" Target="/ppt/media/image.png" Id="R8281ed86c51a449a" /><Relationship Type="http://schemas.openxmlformats.org/officeDocument/2006/relationships/notesSlide" Target="/ppt/notesSlides/notesSlide3.xml" Id="Rd31193a9fa6945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564caf6ff4878" /><Relationship Type="http://schemas.openxmlformats.org/officeDocument/2006/relationships/notesSlide" Target="/ppt/notesSlides/notesSlide4.xml" Id="Rf70f696fa8d945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155b257534769" /><Relationship Type="http://schemas.openxmlformats.org/officeDocument/2006/relationships/notesSlide" Target="/ppt/notesSlides/notesSlide5.xml" Id="Rac3fc44c4ef64c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5953322dd4d02" /><Relationship Type="http://schemas.openxmlformats.org/officeDocument/2006/relationships/notesSlide" Target="/ppt/notesSlides/notesSlide6.xml" Id="R547b0b1f585443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2a7194f5145af" /><Relationship Type="http://schemas.openxmlformats.org/officeDocument/2006/relationships/notesSlide" Target="/ppt/notesSlides/notesSlide7.xml" Id="R5148ebaf631c40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da0ce555045ae" /><Relationship Type="http://schemas.openxmlformats.org/officeDocument/2006/relationships/notesSlide" Target="/ppt/notesSlides/notesSlide8.xml" Id="R7347c601145f44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A657C-2042-479B-ABCD-13AEAA43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B25FB-4128-472F-BEAB-7124586C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D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170ff65ee4389"/>
          <a:stretch xmlns:a="http://schemas.openxmlformats.org/drawingml/2006/main"/>
        </p:blipFill>
        <p:spPr>
          <a:xfrm xmlns:a="http://schemas.openxmlformats.org/drawingml/2006/main">
            <a:off x="762000" y="879872"/>
            <a:ext cx="2286000" cy="125015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2EA4B-9353-4F52-A77F-B3D4D0FF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EcoMapa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4D573-28B5-415A-8B1E-C2FDC312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DDF4E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DF4E9"/>
                </a:solidFill>
                <a:latin typeface="Arial"/>
                <a:ea typeface="Arial"/>
                <a:cs typeface="Arial"/>
              </a:rPr>
              <a:t>Una plataforma para reciclar mejor, encontrar el punto correcto y medir el impacto.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CD092-5A48-4F41-AA4A-FD74D7C6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Presentación del 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E0B0C-C01A-4698-BCE5-C6BD7CB5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050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Reciclaje inteligente</a:t>
            </a:r>
          </a:p>
          <a:p xmlns:a="http://schemas.openxmlformats.org/drawingml/2006/main">
            <a:pPr>
              <a:defRPr sz="360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con tecnología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8DAA8-6E90-4705-89E8-A7D3DC0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App móvil · IA · Mapa georreferenciado · Gamificación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A0D17-74F2-4C3F-B9D3-C688C8FB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1010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B8E5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04C3E-46A1-4ED6-B237-7DD75628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720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201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E2019"/>
                </a:solidFill>
                <a:latin typeface="Arial"/>
                <a:ea typeface="Arial"/>
                <a:cs typeface="Arial"/>
              </a:rPr>
              <a:t>Romero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C66AA-3897-4F26-80F3-2E50A2A6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10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69761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2F874-4F5B-41BB-B4CD-278F2271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01 ·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D8EFA-78DD-4BB3-8B8F-6A11160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El problema que aborda EcoMapa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CB3A1-E876-4EF7-8656-4B4604FB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0EFE3-7EE3-4C81-A05D-A4B7BD90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A2ED8-A136-4D0C-AEA5-DD76F0C9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EcoMapa · Romero Labs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43DFF-BA75-4E56-A750-570D28C1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24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Separar residuos no siempre es difícil por falta de voluntad. Muchas veces faltan información clara, puntos visibles y coordinación.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4A96A-B89A-40B7-A812-E9685340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25736-BDF8-4098-8C0F-A7D8B6DD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Clasificación confusa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C7B9F-2956-41D3-B20A-C3E9F51A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Pilas, medicamentos, electrónicos y voluminosos requieren un tratamiento distinto.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BB285-841E-4047-BF05-C6415533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2B746-673F-408C-B266-4BDF1CAB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Puntos difíciles de encontrar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C98A7-237F-4B78-AB61-4126D545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La persona necesita saber dónde llevar cada material y qué opción queda más cerca.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0D9EA-4FA1-40D6-8A90-B1A783DE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64A5B-5E25-4CD7-86BC-7607F8E4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Gestión fragmentada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DC3FD-0707-460F-8D31-D34401B1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Municipios, cooperativas y empresas necesitan datos para coordinar acciones y medir resultados.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8CEA2-466A-4221-85EE-01B5FFF2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4476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4E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60806-08A7-4A46-B03A-EFE1BDA6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67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Oportunidad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B4A81-7809-438D-88FC-62632655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72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Convertir una duda cotidiana en una acción concreta y trazable.</a:t>
            </a:r>
          </a:p>
        </p:txBody>
      </p:sp>
    </p:spTree>
    <p:extLst>
      <p:ext uri="{BB962C8B-B14F-4D97-AF65-F5344CB8AC3E}">
        <p14:creationId xmlns:p14="http://schemas.microsoft.com/office/powerpoint/2010/main" val="1536009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59673-B047-4496-8770-290B3A6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02 ·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4B147-0AD2-4E31-9AEE-AA6FDFD3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Una experiencia simple para una red compleja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48DA4-7560-43E2-9AC2-8C760819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BB118-899F-4C90-B51F-7B9F5513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71057-8F2E-409A-A1B3-ECAE95AB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EcoMapa · Romero Labs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1ed86c51a449a"/>
          <a:stretch xmlns:a="http://schemas.openxmlformats.org/drawingml/2006/main"/>
        </p:blipFill>
        <p:spPr>
          <a:xfrm xmlns:a="http://schemas.openxmlformats.org/drawingml/2006/main">
            <a:off x="7715250" y="2163397"/>
            <a:ext cx="2857500" cy="30074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FC5CF-6F7D-4EE7-BD16-A56A3600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EcoMapa une tres momentos de la decisión de reciclar: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C0B33-369D-4D3F-8264-69CD7449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039F4-411D-4615-BBB1-987B1C3C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Preguntar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57191-268C-4088-8E17-E71A4E35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La persona describe el residuo en lenguaje natural.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A0CB4-1DD5-4381-B463-BE8424F3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2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F4751-6451-4A7F-A969-7CD199AD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026DD-7FA4-413D-B0EB-10E4E21C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81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Entender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CB5AE-CEC1-4E0E-9478-07BBE72F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052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La IA clasifica el material y explica cómo prepararlo.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EBD71-52D0-4CE4-B894-343D6C8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719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2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3AD6D-23D6-44E6-9DDF-121F99D8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05D35-557D-4B3B-A6CA-81F7AE80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81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Actuar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ABE4B-8702-4B81-A726-3D35788F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05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El mapa sugiere un punto adecuado y cercano.</a:t>
            </a:r>
          </a:p>
        </p:txBody>
      </p:sp>
    </p:spTree>
    <p:extLst>
      <p:ext uri="{BB962C8B-B14F-4D97-AF65-F5344CB8AC3E}">
        <p14:creationId xmlns:p14="http://schemas.microsoft.com/office/powerpoint/2010/main" val="1382638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05BC7D-C74A-4915-8EFA-E01263A0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03 · FUNCIONALIDADES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E029F-6E16-4171-BF19-85A9AD5D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Qué ofrece la plataforma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B879D-EF0E-45C5-A544-2A1E09B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4D505-4C84-4288-B2F9-88237917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9F64A-66D0-46D4-94F6-6FAE9A03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EcoMapa · Romero Labs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52A58-9C82-4C21-890A-FFE610B1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14928-6E65-49C9-B64B-FF9C5A35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Asistente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6D445-03A2-44F1-A779-7CCDEDD8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Clasifica residuos a partir de una consulta escrita y entrega una recomendación comprensible.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0B50D-0C6C-40E7-A28D-6AAE3D91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D0B48-32C1-4B8C-9CA5-ACADA87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43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MAPA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E4F8F-7F03-4ECF-921D-E5B523A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Mapa interactivo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72FF5-6E26-4588-9E49-155F598C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289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Muestra puntos verdes y centros de recepción con ubicación y categoría.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77A6E-07AA-41D6-9868-2DFC1E4B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E5076-8E84-4503-9D41-FC4B2195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43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LOGRO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A17BC-D93B-4C60-B1D7-A0FC9DF6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Ecopuntos e insignias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2C8D4-35D0-4625-9F4D-DF300E39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Premia la participación y conserva el progreso del usuario en el dispositivo.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ED5FF-F3E2-48A0-8D3C-6CB89A43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19B0B-C0EF-4B06-9DC2-66F226A9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RETIRO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4DF5A-BF01-4CAD-8365-D44E8AF0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Retiros a domicilio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3C76C-E226-4A00-80E1-9B8BC7AD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Permite solicitar la recolección de muebles, escombros, chatarra y restos de poda.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0B611-B9B0-473F-A49B-7A3170E6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611B6-431E-4E71-8614-1145611F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528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GESTIÓN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B48CB-6F61-4907-9461-D34C8BD9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57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Panel administrativo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428BE-47E3-4948-A263-B01CC896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386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Municipios y empresas gestionan puntos, retiros, recompensas y métricas.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49E4B-B565-40BE-8132-1C8ED76F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3530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3D5C29-DEDC-4747-BD7B-A7926131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REP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97CDB-7285-4BF9-AB61-ABEC38ED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57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Módulo REP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76780E-3B9F-460E-A4DC-B7C5DBD3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Da visibilidad a marcas y programas de recuperación de residuos especiales.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919C6E-208A-4145-AAB7-5709EC05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530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</p:spTree>
    <p:extLst>
      <p:ext uri="{BB962C8B-B14F-4D97-AF65-F5344CB8AC3E}">
        <p14:creationId xmlns:p14="http://schemas.microsoft.com/office/powerpoint/2010/main" val="1938687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29989A-2C98-41F1-A2F3-0E42939E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04 · 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7A563-1231-4E48-A0BC-E4342BE9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Cómo se conectan las piezas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75B5C-3270-40C3-8C47-7B87A392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79479-5A7F-492F-9417-D25840EE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86B37-8777-4D0F-B31F-861737B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EcoMapa · Romero Labs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55B56-162C-4025-ADEB-BA5E274F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Dos experiencias de usuario comparten un backend centralizado.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F886C-3398-4418-AC28-0553A8F1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B6B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38825-ADFE-4CFD-A480-B86B9D64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 móvil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49106-313D-4DE4-A33D-B57580C9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Kotlin · Jetpack Compose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EE6EF-E920-4F54-8F82-BAB2CE60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B6B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38A54-42A4-4C4C-A936-7C5797CC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Landing comercial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40F9D-EFF3-4C16-A4D5-C6329823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· Vite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BBF2A-28A3-4035-B805-B715899E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7660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F4E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1037C-2F84-4528-A122-F3A76748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DF859-3B88-4B93-B48C-BC6A2923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29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Auth · PostgreSQL · PostGIS</a:t>
            </a:r>
          </a:p>
          <a:p xmlns:a="http://schemas.openxmlformats.org/drawingml/2006/main">
            <a:pPr>
              <a:defRPr sz="1200" b="0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Edge Functions · RLS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E3703-ED82-4E38-AD0B-489F0945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CE8D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93882-32D3-4D80-A25C-363476CF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9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Groq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DEC3B-C371-4E68-B6F1-21883DBA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Modelo de lenguaje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92715-FC9E-4232-9893-3F08DB79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148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D2988-08CA-43D0-A8E2-35A40C1D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24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Datos y métricas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FFE86-C31B-4805-935D-596BF159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Puntos · retiros · 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715E1-3CEC-43B4-8030-1FE81DB5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0517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B4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1EAF4-1284-44E7-BB41-23C1695F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1967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B4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AC264-2718-42F3-818F-6B9EE24C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71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B4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CF931-4497-48E7-809F-B1D92B2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05175"/>
            <a:ext cx="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B4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76EAC-03DE-4065-964A-82F9A2A7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00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B4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C4252-0BAB-4B76-ACF6-4ABF6B0C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00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B4D"/>
            </a:solidFill>
          </a:ln>
        </p:spPr>
      </p:sp>
    </p:spTree>
    <p:extLst>
      <p:ext uri="{BB962C8B-B14F-4D97-AF65-F5344CB8AC3E}">
        <p14:creationId xmlns:p14="http://schemas.microsoft.com/office/powerpoint/2010/main" val="1876661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463CB-2C3C-4F70-BA54-505A484A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05 · FLUJO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F1BCE-8150-4F90-875C-F8DBB1BC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De la pregunta a la acción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C9CEE-A4B2-4E8D-8A45-EB30342C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AE4D8-0C41-4E6C-931F-E78877E7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AC182-EF76-47C0-A576-2E847B7E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EcoMapa · Romero Labs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87D3F-D93A-497E-93A1-AEC049A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Ejemplo: “Tengo unas pilas usadas”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2B971-9F64-439B-BA4B-2D2D41A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143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F4E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D2B43-6122-4982-80BC-6C93CD5E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EF74E-0788-4285-A62A-81D1363F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E7BE6-75E9-48A6-9C03-73B8F463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El usuario escribe el residuo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2B206-B773-449B-9258-07B63CD6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10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B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8FB4B-87A4-4BA4-A3DA-D8F63FA1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952750"/>
            <a:ext cx="2143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F4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88E5C-ECC7-4AEA-83AC-5A5DDBC3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24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3550C-6E35-4B8F-A126-15E45FBE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623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Clasificación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23CEB-3ADA-4F3B-9FA4-11DAC87E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005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La IA identifica “pilas y baterías”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F6C7A-0317-469A-934A-71F5D4F4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10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B4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F72B0-9D3C-47AF-9FAB-B71EE0A1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2143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F4E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13439-2047-4B32-928C-513939F2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7D10F-7E1F-48A6-BAF5-94E94DB6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Recomendación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12EE1-E835-458B-940C-D4194EC0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Sugiere contenedor rojo o punto REP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6EEBC-6983-441B-9FBD-F1F90AB3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810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B4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608B7-B557-4D3A-91F2-2F0C0084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52750"/>
            <a:ext cx="2143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B8E56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9F4AC-33B8-4079-AC0C-E6C2CB60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24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90982-39F2-4C02-9A9C-936A9884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623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78F62-207B-44FD-BFEE-EAB654A5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005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Suma ecopuntos y registra la consulta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0E88AE-22DE-46F3-94E0-19131E2E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F0EF0B-6E0A-4F94-8CAF-3FF8FEA5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Resultado: una decisión clara, un destino concreto y una acción que deja registro.</a:t>
            </a:r>
          </a:p>
        </p:txBody>
      </p:sp>
    </p:spTree>
    <p:extLst>
      <p:ext uri="{BB962C8B-B14F-4D97-AF65-F5344CB8AC3E}">
        <p14:creationId xmlns:p14="http://schemas.microsoft.com/office/powerpoint/2010/main" val="637353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F1102-1BE7-4E82-8932-5D5CA78D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06 · 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A1A4B-DB86-4D51-9DDF-CB24861D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Una plataforma con tres públicos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C0651-0F6F-47C1-A8CB-F739ABF3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AD5C8-43E0-4E57-ACA4-98FF476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2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DD269-866A-4973-87A8-92B9601E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EcoMapa · Romero Labs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03395-2492-48E1-89D3-394052F3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503C9-E98E-4802-9E12-D075918A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BB5EF-B12D-4291-B6CA-EB6B2DC9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Ciudadanía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B5181-F542-4B7B-951D-2D101BE5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Recibe orientación simple, encuentra dónde llevar cada residuo y gana motivación para sostener el hábito.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180BB-B204-43FA-914B-BA9AA1C3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6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6B4D"/>
                </a:solidFill>
                <a:latin typeface="Arial"/>
                <a:ea typeface="Arial"/>
                <a:cs typeface="Arial"/>
              </a:rPr>
              <a:t>Uso cotidiano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D8CD5-58A0-4B78-A221-0E055C31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01BFF-0919-4146-BC12-8725D086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143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F9DFC-B751-4F23-A21E-6835AFD8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Municipios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18DC4-912F-4739-9D3C-8C37F15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Visualizan la red de puntos, coordinan retiros y consultan indicadores para tomar decisiones.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D7043-0CC4-4C56-BCBD-E1E02FB3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67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A65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A65A"/>
                </a:solidFill>
                <a:latin typeface="Arial"/>
                <a:ea typeface="Arial"/>
                <a:cs typeface="Arial"/>
              </a:rPr>
              <a:t>Gestión pública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479EE-CF91-42C8-B0B0-C27755FE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A1498-CA7E-44D2-AE94-1A01F835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3143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DD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318A1-0459-47AC-9055-FA9D2C87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735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52B"/>
                </a:solidFill>
                <a:latin typeface="Arial"/>
                <a:ea typeface="Arial"/>
                <a:cs typeface="Arial"/>
              </a:rPr>
              <a:t>Empresas y marcas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DC255-AB34-491A-97B7-5C622B7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C6B6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6B65"/>
                </a:solidFill>
                <a:latin typeface="Arial"/>
                <a:ea typeface="Arial"/>
                <a:cs typeface="Arial"/>
              </a:rPr>
              <a:t>Publican beneficios, fortalecen la fidelización y participan en programas de recuperación REP.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9B996-B21A-4ABD-8494-AD91FE14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F8DD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F8DD3"/>
                </a:solidFill>
                <a:latin typeface="Arial"/>
                <a:ea typeface="Arial"/>
                <a:cs typeface="Arial"/>
              </a:rPr>
              <a:t>Alianzas</a:t>
            </a:r>
          </a:p>
        </p:txBody>
      </p:sp>
    </p:spTree>
    <p:extLst>
      <p:ext uri="{BB962C8B-B14F-4D97-AF65-F5344CB8AC3E}">
        <p14:creationId xmlns:p14="http://schemas.microsoft.com/office/powerpoint/2010/main" val="1372542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B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B8549-E89F-45A4-8325-6A471B71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DDF4E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DF4E9"/>
                </a:solidFill>
                <a:latin typeface="Arial"/>
                <a:ea typeface="Arial"/>
                <a:cs typeface="Arial"/>
              </a:rPr>
              <a:t>EcoMapa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01E33-7106-4DEF-97E2-58A7EEBE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82"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tecnología puede hacer que reciclar bien sea una decisión más fácil.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84E63-0E9B-4864-BB99-5C21682F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DDF4E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DF4E9"/>
                </a:solidFill>
                <a:latin typeface="Arial"/>
                <a:ea typeface="Arial"/>
                <a:cs typeface="Arial"/>
              </a:rPr>
              <a:t>El proyecto combina asistencia inteligente, ubicación, gestión y motivación en una misma experiencia.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1C008-2045-41B6-B0DE-D96F03ED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342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8E56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930D1-CC45-4E4F-9936-D148D300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E201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E2019"/>
                </a:solidFill>
                <a:latin typeface="Arial"/>
                <a:ea typeface="Arial"/>
                <a:cs typeface="Arial"/>
              </a:rPr>
              <a:t>¿Preguntas?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51BFD-9101-499B-B19D-D8DD7530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DDF4E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DF4E9"/>
                </a:solidFill>
                <a:latin typeface="Arial"/>
                <a:ea typeface="Arial"/>
                <a:cs typeface="Arial"/>
              </a:rPr>
              <a:t>Romero Labs · EcoMapa V2.1</a:t>
            </a:r>
          </a:p>
        </p:txBody>
      </p:sp>
    </p:spTree>
    <p:extLst>
      <p:ext uri="{BB962C8B-B14F-4D97-AF65-F5344CB8AC3E}">
        <p14:creationId xmlns:p14="http://schemas.microsoft.com/office/powerpoint/2010/main" val="2090898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2026-09-16T20:38:13.2490000Z</dcterms:created>
  <dcterms:modified xsi:type="dcterms:W3CDTF">2026-09-16T20:38:13.2490000Z</dcterms:modified>
</coreProperties>
</file>